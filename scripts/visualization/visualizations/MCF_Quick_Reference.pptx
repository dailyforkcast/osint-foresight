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E74C3C"/>
                </a:solidFill>
              </a:defRPr>
            </a:pPr>
            <a:r>
              <a:t>MCF Quick Reference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Key Institutional Architecture Visualizations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t>MCF Governance Hierarchy</a:t>
            </a:r>
          </a:p>
        </p:txBody>
      </p:sp>
      <p:pic>
        <p:nvPicPr>
          <p:cNvPr id="4" name="Picture 3" descr="mcf_governance_hierarc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66940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t>MCF Institutional Layers</a:t>
            </a:r>
          </a:p>
        </p:txBody>
      </p:sp>
      <p:pic>
        <p:nvPicPr>
          <p:cNvPr id="4" name="Picture 3" descr="mcf_institutional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30721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t>Technology Flow</a:t>
            </a:r>
          </a:p>
        </p:txBody>
      </p:sp>
      <p:pic>
        <p:nvPicPr>
          <p:cNvPr id="4" name="Picture 3" descr="mcf_technology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47026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t>Four Global Initiatives</a:t>
            </a:r>
          </a:p>
        </p:txBody>
      </p:sp>
      <p:pic>
        <p:nvPicPr>
          <p:cNvPr id="4" name="Picture 3" descr="mcf_four_initiatives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